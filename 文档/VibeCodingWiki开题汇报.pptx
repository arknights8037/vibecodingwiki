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16a7ba6fe4770" /><Relationship Type="http://schemas.openxmlformats.org/officeDocument/2006/relationships/extended-properties" Target="/docProps/app.xml" Id="Rfa6cb7ccd277433d" /><Relationship Type="http://schemas.openxmlformats.org/officeDocument/2006/relationships/officeDocument" Target="/ppt/presentation.xml" Id="Rf8c5e2e5311f4d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27ac24e7c4f65"/>
  </p:sldMasterIdLst>
  <p:notesMasterIdLst>
    <p:notesMasterId xmlns:r="http://schemas.openxmlformats.org/officeDocument/2006/relationships" r:id="Ra70296601ba64a70"/>
  </p:notesMasterIdLst>
  <p:sldIdLst>
    <p:sldId xmlns:r="http://schemas.openxmlformats.org/officeDocument/2006/relationships" id="256" r:id="R4bc369e8679342ea"/>
    <p:sldId xmlns:r="http://schemas.openxmlformats.org/officeDocument/2006/relationships" id="257" r:id="R329b04e4b8a243a4"/>
    <p:sldId xmlns:r="http://schemas.openxmlformats.org/officeDocument/2006/relationships" id="258" r:id="R78469540ea92413d"/>
    <p:sldId xmlns:r="http://schemas.openxmlformats.org/officeDocument/2006/relationships" id="259" r:id="R0fc5c7cfe2324a4c"/>
    <p:sldId xmlns:r="http://schemas.openxmlformats.org/officeDocument/2006/relationships" id="260" r:id="R802285b547df453a"/>
    <p:sldId xmlns:r="http://schemas.openxmlformats.org/officeDocument/2006/relationships" id="261" r:id="R814b2bb741944436"/>
    <p:sldId xmlns:r="http://schemas.openxmlformats.org/officeDocument/2006/relationships" id="262" r:id="R18619c1dcfbf40bf"/>
    <p:sldId xmlns:r="http://schemas.openxmlformats.org/officeDocument/2006/relationships" id="263" r:id="Rbb710da06132442d"/>
    <p:sldId xmlns:r="http://schemas.openxmlformats.org/officeDocument/2006/relationships" id="264" r:id="R5123b6c7dd0a4cde"/>
    <p:sldId xmlns:r="http://schemas.openxmlformats.org/officeDocument/2006/relationships" id="265" r:id="R89d91fe3a5f54d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0291043c74258" /><Relationship Type="http://schemas.openxmlformats.org/officeDocument/2006/relationships/slideMaster" Target="/ppt/slideMasters/slideMaster1.xml" Id="Re6127ac24e7c4f65" /><Relationship Type="http://schemas.openxmlformats.org/officeDocument/2006/relationships/notesMaster" Target="/ppt/notesMasters/notesMaster1.xml" Id="Ra70296601ba64a70" /><Relationship Type="http://schemas.openxmlformats.org/officeDocument/2006/relationships/presProps" Target="/ppt/presProps.xml" Id="R68e2842a260c40e6" /><Relationship Type="http://schemas.openxmlformats.org/officeDocument/2006/relationships/tableStyles" Target="/ppt/tableStyles.xml" Id="R98f143b61a6b4c04" /><Relationship Type="http://schemas.openxmlformats.org/officeDocument/2006/relationships/slide" Target="/ppt/slides/slide1.xml" Id="R4bc369e8679342ea" /><Relationship Type="http://schemas.openxmlformats.org/officeDocument/2006/relationships/slide" Target="/ppt/slides/slide2.xml" Id="R329b04e4b8a243a4" /><Relationship Type="http://schemas.openxmlformats.org/officeDocument/2006/relationships/slide" Target="/ppt/slides/slide3.xml" Id="R78469540ea92413d" /><Relationship Type="http://schemas.openxmlformats.org/officeDocument/2006/relationships/slide" Target="/ppt/slides/slide4.xml" Id="R0fc5c7cfe2324a4c" /><Relationship Type="http://schemas.openxmlformats.org/officeDocument/2006/relationships/slide" Target="/ppt/slides/slide5.xml" Id="R802285b547df453a" /><Relationship Type="http://schemas.openxmlformats.org/officeDocument/2006/relationships/slide" Target="/ppt/slides/slide6.xml" Id="R814b2bb741944436" /><Relationship Type="http://schemas.openxmlformats.org/officeDocument/2006/relationships/slide" Target="/ppt/slides/slide7.xml" Id="R18619c1dcfbf40bf" /><Relationship Type="http://schemas.openxmlformats.org/officeDocument/2006/relationships/slide" Target="/ppt/slides/slide8.xml" Id="Rbb710da06132442d" /><Relationship Type="http://schemas.openxmlformats.org/officeDocument/2006/relationships/slide" Target="/ppt/slides/slide9.xml" Id="R5123b6c7dd0a4cde" /><Relationship Type="http://schemas.openxmlformats.org/officeDocument/2006/relationships/slide" Target="/ppt/slides/slide10.xml" Id="R89d91fe3a5f5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d0205d1257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bd9606fe424c32" /><Relationship Type="http://schemas.openxmlformats.org/officeDocument/2006/relationships/notesMaster" Target="/ppt/notesMasters/notesMaster1.xml" Id="Rc41aed502a8443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9c75feb60441b9" /><Relationship Type="http://schemas.openxmlformats.org/officeDocument/2006/relationships/notesMaster" Target="/ppt/notesMasters/notesMaster1.xml" Id="R03a611ce870b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a30989ce2d41d7" /><Relationship Type="http://schemas.openxmlformats.org/officeDocument/2006/relationships/notesMaster" Target="/ppt/notesMasters/notesMaster1.xml" Id="R4ac74232a74d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5fef38274d4348" /><Relationship Type="http://schemas.openxmlformats.org/officeDocument/2006/relationships/notesMaster" Target="/ppt/notesMasters/notesMaster1.xml" Id="Ra570a29bf1dd45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a45885b74f48b4" /><Relationship Type="http://schemas.openxmlformats.org/officeDocument/2006/relationships/notesMaster" Target="/ppt/notesMasters/notesMaster1.xml" Id="R9831fc65e83f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cbdc165984d4e" /><Relationship Type="http://schemas.openxmlformats.org/officeDocument/2006/relationships/notesMaster" Target="/ppt/notesMasters/notesMaster1.xml" Id="Rf324bf64800048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0ace00b6194ea0" /><Relationship Type="http://schemas.openxmlformats.org/officeDocument/2006/relationships/notesMaster" Target="/ppt/notesMasters/notesMaster1.xml" Id="R3ee00d59389948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7619b179e4c66" /><Relationship Type="http://schemas.openxmlformats.org/officeDocument/2006/relationships/notesMaster" Target="/ppt/notesMasters/notesMaster1.xml" Id="R0378d02ebc0c4f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073adc7f24e6a" /><Relationship Type="http://schemas.openxmlformats.org/officeDocument/2006/relationships/notesMaster" Target="/ppt/notesMasters/notesMaster1.xml" Id="Re207d5660f7b42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5fc1cc9534a36" /><Relationship Type="http://schemas.openxmlformats.org/officeDocument/2006/relationships/notesMaster" Target="/ppt/notesMasters/notesMaster1.xml" Id="R17e9a76be7b5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本页保留课程原始 PPT 的‘课程设计 + 日期’信息结构，成员信息不代填。汇报建议 30 秒。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 UML 只列任务，不展示 AI 生成图。真实负责人和日期由团队填写。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10b9f35b642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956bd8a4f4578" /><Relationship Type="http://schemas.openxmlformats.org/officeDocument/2006/relationships/slideLayout" Target="/ppt/slideLayouts/slideLayout1.xml" Id="Rf7fbaaf0489d49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baaf0489d49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72876ad0841bf" /><Relationship Type="http://schemas.openxmlformats.org/officeDocument/2006/relationships/notesSlide" Target="/ppt/notesSlides/notesSlide1.xml" Id="Rab7168e7104e4e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caf1e7da2491a" /><Relationship Type="http://schemas.openxmlformats.org/officeDocument/2006/relationships/notesSlide" Target="/ppt/notesSlides/notesSlide2.xml" Id="Rdd1760c44ff242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71fc6089e423a" /><Relationship Type="http://schemas.openxmlformats.org/officeDocument/2006/relationships/notesSlide" Target="/ppt/notesSlides/notesSlide3.xml" Id="R2a177fd4e1804e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727fee78e4517" /><Relationship Type="http://schemas.openxmlformats.org/officeDocument/2006/relationships/notesSlide" Target="/ppt/notesSlides/notesSlide4.xml" Id="R55324bf4fef6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d16897f94bf6" /><Relationship Type="http://schemas.openxmlformats.org/officeDocument/2006/relationships/notesSlide" Target="/ppt/notesSlides/notesSlide5.xml" Id="R8dd68d8aade6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098a4afb84b6c" /><Relationship Type="http://schemas.openxmlformats.org/officeDocument/2006/relationships/notesSlide" Target="/ppt/notesSlides/notesSlide6.xml" Id="R2b0856c8b669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dedf9de7c4003" /><Relationship Type="http://schemas.openxmlformats.org/officeDocument/2006/relationships/notesSlide" Target="/ppt/notesSlides/notesSlide7.xml" Id="R1871e2d8dac74e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9ec4f85084afc" /><Relationship Type="http://schemas.openxmlformats.org/officeDocument/2006/relationships/notesSlide" Target="/ppt/notesSlides/notesSlide8.xml" Id="R12a6ccb595fb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75d8c8e2e45d2" /><Relationship Type="http://schemas.openxmlformats.org/officeDocument/2006/relationships/notesSlide" Target="/ppt/notesSlides/notesSlide9.xml" Id="R213260b4f08a44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99ceebfad48da" /><Relationship Type="http://schemas.openxmlformats.org/officeDocument/2006/relationships/notesSlide" Target="/ppt/notesSlides/notesSlide10.xml" Id="Ref3abcd0ebf6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06F84-9029-4F5E-BC42-65589F3B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1C0E1-2FF9-44AA-8363-0CB53322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05803-90AC-487C-9CC6-B0EF57F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VIBECODING /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6C869-F78B-4EA2-B46F-A98DB6F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VibeCodingWiki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C607A-F37F-4CAC-B116-6A51073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从“能生成代码”到“能交付软件”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E07DE-9C7B-4822-B39C-E2B8097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开题汇报 · Vue 3 + FastAPI + SQLite + MCP + Agent 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E30F1-9FFD-4991-ADF0-B9C88DD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95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77641-714E-42EF-9430-764C684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668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9BFC-1685-46E6-A81D-BCABB93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模块学习路径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96486-C320-413B-AB96-C3B3F88D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20 条 Wiki · 6 个 MCP 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A3616-1B0C-483C-B24F-77B5148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班级 / 小组 / 成员：待填写</a:t>
            </a:r>
          </a:p>
          <a:p xmlns:a="http://schemas.openxmlformats.org/drawingml/2006/main">
            <a:pPr algn="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963480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668CA-C31C-495C-8413-86F653C7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DF97-C657-4ED0-8214-947921D7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背景与用户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7765C-DE36-497E-A407-8F65CED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为什么需要一条可验证的 Vibe Coding 路径？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262A-E629-47AD-8C2C-45EC7F89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3613-E5AA-484D-B303-5E46C8A8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72621-B56C-4AC1-9C3C-AE6EEBD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7B234-D74B-4CB8-AF42-451CF81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90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90A87-0B69-42E7-A708-7356C41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3B2DB-14D4-416E-8E6C-A0A138A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资料碎片化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7EA5B-4F62-4985-B305-3CFCB09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33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视频适合跟学，官方文档适合查阅，社区适合发现；初学者却难以把它们拼成可执行流程。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015B0-2681-40B2-B236-18874A4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3390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BC21B-E759-4081-BA1E-73AF703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EC871-A5F2-423C-8CFC-4E09C94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生成 ≠ 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BFCF4-D887-42A9-B852-8445FCFC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933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AI 能快速给出代码，但需求遗漏、依赖版本、权限边界与测试缺口仍需人工负责。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2E705-FA19-46EE-8D85-AE528D1E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90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8821E-3DB8-4C17-9C2B-0065C3D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2BB91-014C-483B-AF06-565AFB6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知识难复用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D7A40-C7B9-46B7-8909-BBB84DBA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933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网页知识、项目示例与智能体工具彼此割裂，发布状态和版本也常不一致。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7B6E3-45A7-4927-85EA-98BB44E1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目标用户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D8811-1CB2-419F-B8D6-4525F8B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零基础学习者  →  有经验但需要标准化工作流的开发者  →  课程教师与项目小组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5F192-6D21-4F49-8F7C-E33D11C1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核心命题：让每次 AI 生成都落入“描述—实现—测试—审查—发布”的证据链。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629291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2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02812-F991-4F77-BD10-94A6046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423BE-1A1D-40D4-90C2-854CBD5B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价值与竞品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DA120-A6EF-4E41-989F-E216200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产品目标：读得懂、找得到、做得出、验得过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848F1-922F-45C5-A1BC-3B9989B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92E23-C01D-4848-A152-604870D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FF0B0-767E-4FCB-9B7B-33AB7B9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04C8B-72CD-4AE4-A308-AF462EDA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6A89A-A164-412A-B460-10271EA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读得懂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46EDA-8C71-481D-841E-EA8FC81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9 模块标准文档式课程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D5EE7-84F3-42B3-8CDC-FC0191D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7AF79-271D-4050-B641-D99AFD7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EA673-4008-4C02-87E2-3ECCF999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多条件全文 Wiki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E5A86-31CD-459E-AB9D-F5C7199B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2F0F9-C6CA-4AAC-AF38-BF0A45BE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12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8AE57-2FF2-429F-8692-F3869D9C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经审核的开源项目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66FA5-83C2-4B33-BA47-0DD4D03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24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E572A-99FA-44A8-80D6-0C2CC0FD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验得过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DB1AF-74F9-479A-8F30-5DEC2B3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测试、安全、审计与校验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4D832-F38A-4BAF-8012-757479D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4EA14-7C3A-4CBE-936D-FA3423C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B8808-29C8-44A3-BB50-949959E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同一份发布数据，同时服务网页、REST 与 MCP；</a:t>
            </a:r>
          </a:p>
          <a:p xmlns:a="http://schemas.openxmlformats.org/drawingml/2006/main">
            <a:pPr algn="l">
              <a:defRPr sz="18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Skills 采用稳定 URL + 确定性 ZIP + SHA-256。</a:t>
            </a:r>
          </a:p>
        </p:txBody>
      </p:sp>
    </p:spTree>
    <p:extLst>
      <p:ext uri="{BB962C8B-B14F-4D97-AF65-F5344CB8AC3E}">
        <p14:creationId xmlns:p14="http://schemas.microsoft.com/office/powerpoint/2010/main" val="395331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23FC1-8B4C-4319-819B-FAC9510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F37A5-AABA-499F-A351-54ABBFB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9FAB1-F8F5-4884-8577-48D42BE0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首版功能地图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49CF3-D4DF-4D17-9469-805E4A6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F805C-B6A4-4E90-A3E1-D2B33FE8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BDA33-8369-4FD7-88CB-883FDE4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B1E92-5876-4696-A8A5-9637780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F2F5F-8A12-4B63-AA5F-FB5761EA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E9FE8-899E-48A2-AAEE-9D6A854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91653-4F3C-4457-A8BE-21D555A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9 模块 / 完整课文 / 学习进度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24D70-BEBF-4845-83F9-D360D03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018B-C1AD-4864-A48B-4A9D9E91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5B209-5AEB-44FC-9C6B-09826AE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Wiki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6FE0A-3AD6-404C-BDA8-B9895D30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全文 / 短语 / 分类 / 标签 / 排序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A60EB-C9F3-4E6C-A5F1-415A1AE7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3A4FD-49A8-4634-B85F-4103E60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4A216-67A8-49A3-9682-92AAD02E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项目广场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2E829-440D-4F23-86B7-FBA5D20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注册投稿 / 驳回重投 / 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2AEB1-51FB-4116-BB62-F44D4E5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FE9A2-98A6-4B7B-8FA3-64145A7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06411-A67F-4191-98CB-F660536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审核后台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FEDDC-5F93-4978-959C-CC7BA0B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内容 / 用户 / Skills / 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00F6F-A51B-4E7D-8632-180459E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CDCC9-3FCE-4E66-A9BC-892AB43D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32454-0B01-4DFA-B209-B01B1B00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MCP 2.0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C3503-24EA-4D0A-8704-7544673A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6 个只读工具 / 资源 URI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0B430-0E62-4150-B1F4-DC864C1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A70DB-BDCE-440F-BF32-44A34E2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2DAB1-8331-497E-8581-4DFC1E7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FFF51-5C60-46C3-8F2F-76260DD5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上传校验 / 原文 / ZIP / SHA-256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E1CA6-F5DB-4F4C-89FD-0C239F16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V1 不含：评论、点赞、收藏、举报、通知、OAuth、邮件找回。</a:t>
            </a:r>
          </a:p>
        </p:txBody>
      </p:sp>
    </p:spTree>
    <p:extLst>
      <p:ext uri="{BB962C8B-B14F-4D97-AF65-F5344CB8AC3E}">
        <p14:creationId xmlns:p14="http://schemas.microsoft.com/office/powerpoint/2010/main" val="1454736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397B7-E8C9-4697-820F-E15D4D8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BEFCB-634A-48C0-979A-CFBBD76D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课程结构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AC724-4694-485F-BAE3-3CF89132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九步课程：从风险认知到开放生态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9E814-A4EA-4A81-B8F1-92AECED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76A0C-BFAD-43B6-8EFD-D849F6E1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42E39-14CB-4C3E-9F05-08BA273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EFBED-3181-46EF-8E27-B3812B4A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3726F-75C6-47F4-9BF3-2CBDCAC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7FB0A-A92F-4190-80BB-3D0E4C1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概念与风险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9FFB9-76C3-4A42-BFE2-EC9625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9FFA7-A142-42CA-93D4-3F751144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3E2F9-E0D7-42AC-AC9D-AE45592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9ED0F-B659-48BB-B016-6DA711F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4222A-19E5-4A23-91AD-3C9CD73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C6FA8-AB56-4A82-B70C-39C3A80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52DD5-2DC4-40D8-80C6-1A8DCA6F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F7CD9-8E9E-4B30-88FA-90752D7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提示与规范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77ABB-1CF6-4953-AA7A-8AEF2BEC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92348-2CC1-4E0C-97DA-E7679A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D5162-3504-45CC-9342-8744CA10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FC693-8E07-44FA-AA46-5B4A88F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环境与 Git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0EE79-86A3-4084-9369-848616F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3773F-F96B-45A6-BF0B-8A64ECAA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1962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2AFAB-91C9-43CD-9403-E11B0666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92625-14C4-4556-8B19-D71062A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Vue + 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1CAE7-9897-463D-988E-CB43E6B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A9679-7C54-464C-8255-6AF22124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1BDB6-140F-4D48-9F40-609B9B4A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FastAPI + SQLite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5C447-CB53-45CB-AB98-DDF7BB2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1D32A-CCB9-4CCE-86CB-8EBA05F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242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A4886-8CEB-4E1B-A804-80550A1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20F286-E429-4569-BE80-093EEDB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测试与安全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5CCFB3-0422-4125-915E-DCC09C0A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81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BA8C0-F58B-4DCF-81FE-314E74E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D949A4-297D-4E0D-9099-4D9F5AD6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A8338-0A91-4C72-998E-335213B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Docker 运维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34EE23-E738-4ADA-8B68-B44FC987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37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CBD92-15F8-4267-8F73-F1EA7FD5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2533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F36A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9EBAA2-7DC5-4000-801E-E6B1076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21CD7-0940-499A-9840-9A3832A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9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MCP + Skills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3BEBED-DE95-40FB-A17A-612E93A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每模块统一结构：学习目标 → 前置知识 → 章节正文 → 实践任务 → 完成标准</a:t>
            </a:r>
          </a:p>
        </p:txBody>
      </p:sp>
    </p:spTree>
    <p:extLst>
      <p:ext uri="{BB962C8B-B14F-4D97-AF65-F5344CB8AC3E}">
        <p14:creationId xmlns:p14="http://schemas.microsoft.com/office/powerpoint/2010/main" val="1018474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F3645-C394-4DC5-B629-7CB857A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D44AC-385D-4E16-ACF4-40089AE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信息架构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59204-8808-4349-A5F4-71F144B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双入口信息架构：学习路径 + 即时查询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9174-08E1-4C70-BFB6-EEE365E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94FC3-168C-4822-9028-E45C3EA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4A1CC-1440-424C-BBB1-B4F1A98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3AA6A-F1EA-45F4-9997-C471BDA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71600"/>
            <a:ext cx="285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F6E60-55B9-4404-9758-37E50ED7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85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首页 / 导航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58DB2-AAB7-40F1-961A-6D625099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71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A357F-79F2-4D7E-BE2B-197DA910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E5733-2F3C-4F1E-8B9A-3B96623E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3E116-D9AE-472C-AB13-518D8FA8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B408E-E842-4CDD-A7EC-E2B7EFC2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1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课程路径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课文正文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学习进度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7DEC4-77AA-4FE9-B3A4-9E47895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33FF2-D523-4347-A446-B6C34EEC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273DD-EDF1-4582-A0AC-71195AB6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D98B5-E518-448F-A999-888B091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CB4B5-9225-4CD6-9A3B-623EB09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1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Wiki 高级查询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词条详情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分类与标签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AEB5C-1C1E-4098-8B69-F88084A3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71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8D065-7DD3-4E12-8B92-268B0365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F1DC0-F37F-4F66-BBAF-61DAD6F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71EBF-799A-4F65-912C-94A83C6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DA0AE-7D20-4D8B-9A4C-970D053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1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项目广场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投稿 / 记录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审核状态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5A46D-DBA5-4D7A-9E87-00807FA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71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B2FE4-1EDD-4CB2-AF8B-5C0B426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01678-8FEF-4056-A9CC-85BDF0A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3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E6180-1E41-4B27-9663-43D23703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开放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F6E1C-4BA3-4F00-A1B1-0C9F2F51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1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Skills 目录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MCP 工具</a:t>
            </a:r>
          </a:p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资源 URI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79685-7D8E-425C-9C7C-F66B3A1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0EFD06-E332-4494-A4F1-7B7ED11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受保护后台：审核队列 · 用户角色 · Wiki 编辑 · Skill 上传 · 审计日志</a:t>
            </a:r>
          </a:p>
        </p:txBody>
      </p:sp>
    </p:spTree>
    <p:extLst>
      <p:ext uri="{BB962C8B-B14F-4D97-AF65-F5344CB8AC3E}">
        <p14:creationId xmlns:p14="http://schemas.microsoft.com/office/powerpoint/2010/main" val="1979000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419AE-3815-4F31-AE05-DC0BC6FC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2E69D-502F-4D50-B39C-99D80005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270E0-9BA2-4947-B2FB-6A27B453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同机部署：一个入口、一个后端实例、一份发布数据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DAF2B-0737-477A-847C-FEBB6064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6C507-5486-493E-B1C1-10232082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92BF5-EC19-4FE2-9F95-30135EA8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63BC4-64AF-4080-AAAB-7D3256FC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8750"/>
            <a:ext cx="8991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D9F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DE970-B13C-4F68-9501-7A622340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57C58-4D0A-46A3-A815-BF6054B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716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Browser / MCP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88A5D-AEBB-4B5C-B8EC-B9D1A0F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77576-2AF3-4F3F-8DE8-431500E9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95550"/>
            <a:ext cx="8991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BFE7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E6AFE-5C26-4240-BE08-0A714E3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670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9B6EF-8B18-483C-9764-52A6EE54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Nginx :80 · Vue SPA · /api · /mcp · /skills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37684-BA21-43D9-AF7D-928BDE7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8D8C8-170E-4395-AF4E-EB9900C3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62350"/>
            <a:ext cx="8991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FF83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CBCBD-9AA3-4903-B5BA-3D29A496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33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rPr>
              <a:t>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65A05-E10E-4E0D-9734-0F06B80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· RBAC/CSRF · FTS5 · Skill Validator · MCP SDK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19B17-7099-4A07-8D7D-86D743F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94A2C-A3DE-499D-9A2C-05F555D6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8991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9ED3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29B89-C4E2-4799-B00A-09CA923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006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ED3F2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E6231-97AD-44E4-8FBD-8A29BCE4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720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SQLite WAL · Alembic · named volume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B4DA7-AA77-43D7-9A1F-B4B585A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约束：Uvicorn 1 worker；SQLite 不做多实例扩容。</a:t>
            </a:r>
          </a:p>
        </p:txBody>
      </p:sp>
    </p:spTree>
    <p:extLst>
      <p:ext uri="{BB962C8B-B14F-4D97-AF65-F5344CB8AC3E}">
        <p14:creationId xmlns:p14="http://schemas.microsoft.com/office/powerpoint/2010/main" val="1180503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570400-1ECE-4D45-A794-D03D5BE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EA1CA-0350-49FC-9739-3D5F1A5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治理流程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CFD98-8834-44EB-B76E-05299B4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投稿审核：状态清楚，动作留痕，作者不能自审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7D02E-210F-4B74-B1B4-54B486A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DA5B9-0ED5-4B9B-9240-2618B85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AB5A-C10D-4BAE-8056-A8FE4837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6F7DE-659A-47F5-A76F-D74A62A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457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FEC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EF825-06C9-4737-B8D2-863BFE7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B7526-DC07-4352-A6CA-CD8710C4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80FD-9D7F-44B0-B830-75E5EA9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C43D1-13BD-49F6-B600-413ED6FD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57350"/>
            <a:ext cx="2457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F36A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81198-AC6D-45F5-A040-84C3805D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AD735-8CA6-4756-95E5-544BEEC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待审核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B122E-DBAE-464B-A511-17D4EC9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193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F9253-44AD-40C5-AA1E-089D617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2457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BFE7DD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2FD34-C7CE-42F4-91DE-3FC81E79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PUBLISHED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5ABCB-1AC7-437F-ABD1-CD9415E0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已发布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6415C-EAD5-4525-9AFD-D2B90E8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4574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8C9"/>
          </a:solidFill>
          <a:ln xmlns:a="http://schemas.openxmlformats.org/drawingml/2006/main" w="9525">
            <a:solidFill>
              <a:srgbClr val="1F6F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6D8FE-54C9-4337-A63D-E34B094B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5D4C7-BE85-4A78-94EF-466BDCC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已驳回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43DD5-EF11-46A2-878F-EBBF4297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rPr>
              <a:t>驳回后修改并重新提交 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B0C7B-4ADD-4990-8F30-5DDE983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371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37ACE-8AD0-41E9-A65F-637B60F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14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4EBDF-A8CF-43E8-8741-6E72186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C8F2C-5E4F-4E1F-BA15-0AD9022E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user 仅操作本人投稿；reviewer/admin 审核；禁止审核自己的投稿。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23CDA-F0F9-4F62-B357-2FE0D62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371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9200C-A33D-48D5-BE1E-F5872988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114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C53637-5FBE-4B68-902F-4CE7597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不可覆盖历史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2BA26-606A-4DD7-B8EA-4550369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每次审核追加 ReviewEvent，并写入 AuditLog；不以单个备注覆盖过去。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3B259-CBB8-4610-966A-6664F8F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371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D36385-40AC-4474-9B42-83BEB0D5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114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CF69F-27E5-4E95-8208-28CBB30B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公开面最小化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140D4-8FE6-456F-9B48-0EF7317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公共 REST 与 MCP 只读 published，不暴露作者资料、草稿和后台接口。</a:t>
            </a:r>
          </a:p>
        </p:txBody>
      </p:sp>
    </p:spTree>
    <p:extLst>
      <p:ext uri="{BB962C8B-B14F-4D97-AF65-F5344CB8AC3E}">
        <p14:creationId xmlns:p14="http://schemas.microsoft.com/office/powerpoint/2010/main" val="702266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86603-BCC1-40EE-B328-C62FE8D3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1652-4C15-4D35-872F-D71B72D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可行性与风险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56577-5E57-45ED-BB54-3E49B4E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可行，但必须把边界写进验收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3F11F-81AF-4E33-AC04-B9FFD20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523E6-4159-4EE2-9D89-29AB6816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9B40-DD5C-40CF-A4C0-DF2B34C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F4ACC-163C-4D9B-980B-F2B0B44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098D-042D-4932-B5B5-7F7CBE5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7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52E79-2A22-4C2D-8123-45EAA0B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C49D0-A577-4F81-A604-93210FA2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成熟开源框架；类型、迁移和测试链完整；单机资源需求低。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A1D7D-5E8B-43FC-8040-1B7EE4B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BE2D2-8568-4781-AE58-48EC999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114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A023A-9407-498D-BB38-211599BB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进度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1450C-1615-4A76-BB76-81064D1D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五周拆分，每周有可演示增量；课程、Wiki 与工程种子可同步评审。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F22F-8554-489E-8A46-638C43B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7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5CAB8-83DB-4544-9A12-C74E3D8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114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4C4F5-0C8B-43EF-82D4-D030F81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EEBD8-97DD-48DB-8799-FB152E6D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Compose 统一入口，命名卷持久化；备份和升级路径明确。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8E03A-339E-4838-BADE-9D398C6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8359"/>
                </a:solidFill>
                <a:latin typeface="Microsoft YaHei"/>
                <a:ea typeface="Microsoft YaHei"/>
                <a:cs typeface="Microsoft YaHei"/>
              </a:rPr>
              <a:t>TOP RISKS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44FCA-CF54-40E2-99ED-2D4E703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AI 缺陷 / 幻觉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C47DC-63C7-465E-A00D-EA8FB305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测试 + 人工评审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4C9CA7-1BAF-470A-9EEC-83318D4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2432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66153-7C60-4060-86DF-D0C719E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越权 / 数据泄露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2773B-7AC3-4FE8-A0A8-9E606693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RBAC + CSRF + 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E0B39-6A86-478A-883D-BB66FF6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4342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7899B-976C-4288-A765-A6529C7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恶意 Skill ZIP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4A669-B43F-4593-9CA9-E97F510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路径/体积校验，不执行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7A8BF-6ACB-4B9E-8398-DAF3752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6252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35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8E116-8210-4F7B-8227-E67DD1D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SQLite 写锁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0CCF9-5035-4E00-B955-90362C4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76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WAL + 单实例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208EAC-07B8-4B15-93CF-416CC8E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8162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1C99B-906C-4D83-9969-AB95ED3C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3F"/>
                </a:solidFill>
                <a:latin typeface="Microsoft YaHei"/>
                <a:ea typeface="Microsoft YaHei"/>
                <a:cs typeface="Microsoft YaHei"/>
              </a:rPr>
              <a:t>标准版本变化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021E1A-6204-4EF6-A030-23F764A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95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7276"/>
                </a:solidFill>
                <a:latin typeface="Microsoft YaHei"/>
                <a:ea typeface="Microsoft YaHei"/>
                <a:cs typeface="Microsoft YaHei"/>
              </a:rPr>
              <a:t>SDK 主版本锁定 + 集成测试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2BC0ED-61F6-48F9-A0A1-2D68CB43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00725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75477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C6174-59E6-4A66-889C-43D9233F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5DA7F-A480-48C7-A4DF-97E7AD9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C1746-E4FF-4FD6-9C8D-4DACE3CB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第二周：从“已生成”转成“已验证”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C1867-ACDF-4B7A-92BE-88CC1FDA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F4889-B522-434F-9861-4ECD681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912F9-6B9F-431C-B8F8-0CE1091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VibeCodingWiki · 软件课程设计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B7CDF-E762-4FF0-9C6A-D6F1F42A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A19FF-5B59-4B08-A181-8BE868C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7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BE01F-DE21-43F9-904C-D3F295B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课程与 Wiki 逐条核对术语、版本、链接和实践任务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0956D-972C-4B12-9297-0BB9770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BDC18-E326-4B18-9656-4C4D8FBA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 E2E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AED5A-DFD6-43D9-84C0-A09D290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访客检索、用户投稿、reviewer 审核、数据重启持久化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EE776-2D5B-409E-8EDD-466B5154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F0870-79F7-4AE9-B2B9-83E639DF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 UML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15D94-896D-4092-A9CD-43CA2B5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67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用例图、顺序图、活动图；保留源文件与作者记录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3460A-36B8-4E70-A836-39522E1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F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D6A0C-254B-4F32-B0E9-B6D2EEE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演示彩排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140F8-DE53-4B40-AEC3-947B62DC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76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E7DD"/>
                </a:solidFill>
                <a:latin typeface="Microsoft YaHei"/>
                <a:ea typeface="Microsoft YaHei"/>
                <a:cs typeface="Microsoft YaHei"/>
              </a:rPr>
              <a:t>10 分钟完成启动、搜索、审核、Skill 下载与 MCP 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89775-FCB6-4D70-A68C-3055E8F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F36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BC842-9D20-43AC-9C4F-BBC752F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2528"/>
                </a:solidFill>
                <a:latin typeface="Microsoft YaHei"/>
                <a:ea typeface="Microsoft YaHei"/>
                <a:cs typeface="Microsoft YaHei"/>
              </a:rPr>
              <a:t>完成定义：Docker 可启动 · 权限负向用例通过 · 6 工具可发现 · 制品逐页复核</a:t>
            </a:r>
          </a:p>
        </p:txBody>
      </p:sp>
    </p:spTree>
    <p:extLst>
      <p:ext uri="{BB962C8B-B14F-4D97-AF65-F5344CB8AC3E}">
        <p14:creationId xmlns:p14="http://schemas.microsoft.com/office/powerpoint/2010/main" val="392844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2026-09-10T16:58:26.1960000Z</dcterms:created>
  <dcterms:modified xsi:type="dcterms:W3CDTF">2026-09-10T16:58:26.1960000Z</dcterms:modified>
</coreProperties>
</file>